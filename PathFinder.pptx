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10"/>
  </p:normalViewPr>
  <p:slideViewPr>
    <p:cSldViewPr snapToGrid="0">
      <p:cViewPr varScale="1">
        <p:scale>
          <a:sx n="113" d="100"/>
          <a:sy n="113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93A5685-C96B-BA49-BA56-8A8226C80239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CA6773B-216E-8B44-A7F5-11B3815D2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589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A5685-C96B-BA49-BA56-8A8226C80239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4CA6773B-216E-8B44-A7F5-11B3815D2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063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93A5685-C96B-BA49-BA56-8A8226C80239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CA6773B-216E-8B44-A7F5-11B3815D2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960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A5685-C96B-BA49-BA56-8A8226C80239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6773B-216E-8B44-A7F5-11B3815D2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10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A5685-C96B-BA49-BA56-8A8226C80239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6773B-216E-8B44-A7F5-11B3815D2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03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A5685-C96B-BA49-BA56-8A8226C80239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6773B-216E-8B44-A7F5-11B3815D2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126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A5685-C96B-BA49-BA56-8A8226C80239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6773B-216E-8B44-A7F5-11B3815D2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696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93A5685-C96B-BA49-BA56-8A8226C80239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CA6773B-216E-8B44-A7F5-11B3815D2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209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A5685-C96B-BA49-BA56-8A8226C80239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6773B-216E-8B44-A7F5-11B3815D2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540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A5685-C96B-BA49-BA56-8A8226C80239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6773B-216E-8B44-A7F5-11B3815D2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427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93A5685-C96B-BA49-BA56-8A8226C80239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CA6773B-216E-8B44-A7F5-11B3815D2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734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893A5685-C96B-BA49-BA56-8A8226C80239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4CA6773B-216E-8B44-A7F5-11B3815D298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24525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1F6D1-FE4F-22DE-B4D5-A91CF7E014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en-US" dirty="0"/>
              <a:t>Pathfinder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CCF21D-4E8B-A6E9-BF16-68D63C5A1D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– </a:t>
            </a:r>
            <a:r>
              <a:rPr lang="en-US" dirty="0" err="1"/>
              <a:t>divyanshu</a:t>
            </a:r>
            <a:r>
              <a:rPr lang="en-US" dirty="0"/>
              <a:t>, </a:t>
            </a:r>
            <a:r>
              <a:rPr lang="en-US" dirty="0" err="1"/>
              <a:t>garvit</a:t>
            </a:r>
            <a:r>
              <a:rPr lang="en-US" dirty="0"/>
              <a:t>, </a:t>
            </a:r>
            <a:r>
              <a:rPr lang="en-US" dirty="0" err="1"/>
              <a:t>madan</a:t>
            </a:r>
            <a:r>
              <a:rPr lang="en-US" dirty="0"/>
              <a:t>, </a:t>
            </a:r>
            <a:r>
              <a:rPr lang="en-US" dirty="0" err="1"/>
              <a:t>manvik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968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542E86-A733-28ED-635C-72E13158E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95631"/>
            <a:ext cx="7772400" cy="32667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65A52E-CFD2-4017-0618-ED5E705C0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767278"/>
            <a:ext cx="7772400" cy="332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027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88120D0-F3E0-B5F3-03A0-F1DB7026A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152479"/>
            <a:ext cx="7772400" cy="255304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F556287-B359-AEB2-ED6C-744D49C9A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216231"/>
            <a:ext cx="7772400" cy="242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292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FF77F68-39E3-6476-6B28-D08D8E4D1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973490"/>
            <a:ext cx="7772400" cy="491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567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68DA23-D70E-D4A5-B450-37A447613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03390"/>
            <a:ext cx="7772400" cy="405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215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E3BB86E-8885-9EED-EC98-A25466642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56529"/>
            <a:ext cx="7772400" cy="394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400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EE7F3F8-66AA-D410-FCE6-6600D7AA5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075046"/>
            <a:ext cx="7772400" cy="4707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994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FE4FE5C-2185-2C86-5BE1-853F026EE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15062"/>
            <a:ext cx="7772400" cy="3427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027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0EBF8FB-95AE-AB0D-5A84-B316BDFD6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80749"/>
            <a:ext cx="7772400" cy="3296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614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36C52EF-FE64-EF40-F703-52B461176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023658"/>
            <a:ext cx="7772400" cy="2810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62484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8</TotalTime>
  <Words>10</Words>
  <Application>Microsoft Macintosh PowerPoint</Application>
  <PresentationFormat>Widescreen</PresentationFormat>
  <Paragraphs>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Gill Sans MT</vt:lpstr>
      <vt:lpstr>Wingdings 2</vt:lpstr>
      <vt:lpstr>Dividend</vt:lpstr>
      <vt:lpstr>Pathfinder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Divyanshu Dhudhuani</dc:creator>
  <cp:lastModifiedBy>Divyanshu Dhudhuani</cp:lastModifiedBy>
  <cp:revision>2</cp:revision>
  <dcterms:created xsi:type="dcterms:W3CDTF">2026-10-10T11:18:07Z</dcterms:created>
  <dcterms:modified xsi:type="dcterms:W3CDTF">2026-10-10T11:27:18Z</dcterms:modified>
</cp:coreProperties>
</file>